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🎙️ Text-to-Speech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Full-Stack Java Project</a:t>
            </a:r>
          </a:p>
          <a:p>
            <a:pPr algn="ctr">
              <a:defRPr sz="1900"/>
            </a:pPr>
            <a:r>
              <a:t>React.js • Java Spring Boot • Python • Edge TTS •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Presented by: Md Asif 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Introduce the project and your name.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 web-based application that converts written text into natural-sounding speech.</a:t>
            </a:r>
          </a:p>
          <a:p>
            <a:pPr>
              <a:spcAft>
                <a:spcPts val="1200"/>
              </a:spcAft>
              <a:defRPr sz="2100"/>
            </a:pPr>
            <a:r>
              <a:t>Users can enter text, select a language and voice, and generate audio.</a:t>
            </a:r>
          </a:p>
          <a:p>
            <a:pPr>
              <a:spcAft>
                <a:spcPts val="1200"/>
              </a:spcAft>
              <a:defRPr sz="2100"/>
            </a:pPr>
            <a:r>
              <a:t>Generated speech can be played directly in the browser or downloaded as MP3.</a:t>
            </a:r>
          </a:p>
          <a:p>
            <a:pPr>
              <a:spcAft>
                <a:spcPts val="1200"/>
              </a:spcAft>
              <a:defRPr sz="2100"/>
            </a:pPr>
            <a:r>
              <a:t>The project demonstrates full-stack frontend, backend, API and deployment concepts.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why a text-to-speech application is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Typing and reading long text can be inconvenient for some users.</a:t>
            </a:r>
          </a:p>
          <a:p>
            <a:pPr>
              <a:spcAft>
                <a:spcPts val="1200"/>
              </a:spcAft>
              <a:defRPr sz="2100"/>
            </a:pPr>
            <a:r>
              <a:t>A simple application is needed to convert text into speech quickly.</a:t>
            </a:r>
          </a:p>
          <a:p>
            <a:pPr>
              <a:spcAft>
                <a:spcPts val="1200"/>
              </a:spcAft>
              <a:defRPr sz="2100"/>
            </a:pPr>
            <a:r>
              <a:t>The system should support multiple languages and voice options.</a:t>
            </a:r>
          </a:p>
          <a:p>
            <a:pPr>
              <a:spcAft>
                <a:spcPts val="1200"/>
              </a:spcAft>
              <a:defRPr sz="2100"/>
            </a:pPr>
            <a:r>
              <a:t>The generated audio should be easy to play and download.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the main problem in simple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Build a user-friendly Text-to-Speech web application.</a:t>
            </a:r>
          </a:p>
          <a:p>
            <a:pPr>
              <a:spcAft>
                <a:spcPts val="1200"/>
              </a:spcAft>
              <a:defRPr sz="2100"/>
            </a:pPr>
            <a:r>
              <a:t>Develop REST APIs using Java Spring Boot.</a:t>
            </a:r>
          </a:p>
          <a:p>
            <a:pPr>
              <a:spcAft>
                <a:spcPts val="1200"/>
              </a:spcAft>
              <a:defRPr sz="2100"/>
            </a:pPr>
            <a:r>
              <a:t>Integrate Python and Edge TTS for speech generation.</a:t>
            </a:r>
          </a:p>
          <a:p>
            <a:pPr>
              <a:spcAft>
                <a:spcPts val="1200"/>
              </a:spcAft>
              <a:defRPr sz="2100"/>
            </a:pPr>
            <a:r>
              <a:t>Validate user input and handle errors.</a:t>
            </a:r>
          </a:p>
          <a:p>
            <a:pPr>
              <a:spcAft>
                <a:spcPts val="1200"/>
              </a:spcAft>
              <a:defRPr sz="2100"/>
            </a:pPr>
            <a:r>
              <a:t>Deploy the frontend and backend as a complete full-stack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what you wanted to achieve.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Frontend: React.js, JavaScript, HTML5, CSS3, Vite</a:t>
            </a:r>
          </a:p>
          <a:p>
            <a:pPr>
              <a:spcAft>
                <a:spcPts val="1200"/>
              </a:spcAft>
              <a:defRPr sz="2100"/>
            </a:pPr>
            <a:r>
              <a:t>Backend: Java, Spring Boot, Spring Web, Spring Validation, Maven</a:t>
            </a:r>
          </a:p>
          <a:p>
            <a:pPr>
              <a:spcAft>
                <a:spcPts val="1200"/>
              </a:spcAft>
              <a:defRPr sz="2100"/>
            </a:pPr>
            <a:r>
              <a:t>Speech generation: Python and Edge TTS</a:t>
            </a:r>
          </a:p>
          <a:p>
            <a:pPr>
              <a:spcAft>
                <a:spcPts val="1200"/>
              </a:spcAft>
              <a:defRPr sz="2100"/>
            </a:pPr>
            <a:r>
              <a:t>Testing and development: Postman, Git, GitHub</a:t>
            </a:r>
          </a:p>
          <a:p>
            <a:pPr>
              <a:spcAft>
                <a:spcPts val="1200"/>
              </a:spcAft>
              <a:defRPr sz="2100"/>
            </a:pPr>
            <a:r>
              <a:t>Deployment: Docker and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Mention the technologies and their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React Frontend → sends text, language and voice information.</a:t>
            </a:r>
          </a:p>
          <a:p>
            <a:pPr>
              <a:spcAft>
                <a:spcPts val="1200"/>
              </a:spcAft>
              <a:defRPr sz="2100"/>
            </a:pPr>
            <a:r>
              <a:t>Spring Boot Backend → receives and validates the request.</a:t>
            </a:r>
          </a:p>
          <a:p>
            <a:pPr>
              <a:spcAft>
                <a:spcPts val="1200"/>
              </a:spcAft>
              <a:defRPr sz="2100"/>
            </a:pPr>
            <a:r>
              <a:t>Python + Edge TTS → converts the text into MP3 speech.</a:t>
            </a:r>
          </a:p>
          <a:p>
            <a:pPr>
              <a:spcAft>
                <a:spcPts val="1200"/>
              </a:spcAft>
              <a:defRPr sz="2100"/>
            </a:pPr>
            <a:r>
              <a:t>Spring Boot → returns the generated audio URL.</a:t>
            </a:r>
          </a:p>
          <a:p>
            <a:pPr>
              <a:spcAft>
                <a:spcPts val="1200"/>
              </a:spcAft>
              <a:defRPr sz="2100"/>
            </a:pPr>
            <a:r>
              <a:t>React Frontend → plays or downloads the generated audio.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the flow from frontend to speech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Multiple language support: English, Hindi, Gujarati, Marathi, Spanish, French and German.</a:t>
            </a:r>
          </a:p>
          <a:p>
            <a:pPr>
              <a:spcAft>
                <a:spcPts val="1200"/>
              </a:spcAft>
              <a:defRPr sz="2100"/>
            </a:pPr>
            <a:r>
              <a:t>Male and female voice options.</a:t>
            </a:r>
          </a:p>
          <a:p>
            <a:pPr>
              <a:spcAft>
                <a:spcPts val="1200"/>
              </a:spcAft>
              <a:defRPr sz="2100"/>
            </a:pPr>
            <a:r>
              <a:t>Real-time character counter.</a:t>
            </a:r>
          </a:p>
          <a:p>
            <a:pPr>
              <a:spcAft>
                <a:spcPts val="1200"/>
              </a:spcAft>
              <a:defRPr sz="2100"/>
            </a:pPr>
            <a:r>
              <a:t>Maximum text length of 5,000 characters.</a:t>
            </a:r>
          </a:p>
          <a:p>
            <a:pPr>
              <a:spcAft>
                <a:spcPts val="1200"/>
              </a:spcAft>
              <a:defRPr sz="2100"/>
            </a:pPr>
            <a:r>
              <a:t>Audio playback and download.</a:t>
            </a:r>
          </a:p>
          <a:p>
            <a:pPr>
              <a:spcAft>
                <a:spcPts val="1200"/>
              </a:spcAft>
              <a:defRPr sz="2100"/>
            </a:pPr>
            <a:r>
              <a:t>Clear text and generated audio.</a:t>
            </a:r>
          </a:p>
          <a:p>
            <a:pPr>
              <a:spcAft>
                <a:spcPts val="1200"/>
              </a:spcAft>
              <a:defRPr sz="2100"/>
            </a:pPr>
            <a:r>
              <a:t>Input validation and error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Briefly demonstrate the important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How the Application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User enters or pastes text.</a:t>
            </a:r>
          </a:p>
          <a:p>
            <a:pPr>
              <a:spcAft>
                <a:spcPts val="1200"/>
              </a:spcAft>
              <a:defRPr sz="2100"/>
            </a:pPr>
            <a:r>
              <a:t>2. User selects language and voice.</a:t>
            </a:r>
          </a:p>
          <a:p>
            <a:pPr>
              <a:spcAft>
                <a:spcPts val="1200"/>
              </a:spcAft>
              <a:defRPr sz="2100"/>
            </a:pPr>
            <a:r>
              <a:t>3. React sends a POST request to /api/tts.</a:t>
            </a:r>
          </a:p>
          <a:p>
            <a:pPr>
              <a:spcAft>
                <a:spcPts val="1200"/>
              </a:spcAft>
              <a:defRPr sz="2100"/>
            </a:pPr>
            <a:r>
              <a:t>4. Spring Boot validates the request.</a:t>
            </a:r>
          </a:p>
          <a:p>
            <a:pPr>
              <a:spcAft>
                <a:spcPts val="1200"/>
              </a:spcAft>
              <a:defRPr sz="2100"/>
            </a:pPr>
            <a:r>
              <a:t>5. Backend executes the Python Edge TTS script.</a:t>
            </a:r>
          </a:p>
          <a:p>
            <a:pPr>
              <a:spcAft>
                <a:spcPts val="1200"/>
              </a:spcAft>
              <a:defRPr sz="2100"/>
            </a:pPr>
            <a:r>
              <a:t>6. MP3 audio is generated and returned to the frontend.</a:t>
            </a:r>
          </a:p>
          <a:p>
            <a:pPr>
              <a:spcAft>
                <a:spcPts val="1200"/>
              </a:spcAft>
              <a:defRPr sz="2100"/>
            </a:pPr>
            <a:r>
              <a:t>7. User plays or downloads the speech.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the request flow step by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REST API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GET /api/health — checks backend availability.</a:t>
            </a:r>
          </a:p>
          <a:p>
            <a:pPr>
              <a:spcAft>
                <a:spcPts val="1200"/>
              </a:spcAft>
              <a:defRPr sz="2100"/>
            </a:pPr>
            <a:r>
              <a:t>GET /api/voices — returns supported languages and voice options.</a:t>
            </a:r>
          </a:p>
          <a:p>
            <a:pPr>
              <a:spcAft>
                <a:spcPts val="1200"/>
              </a:spcAft>
              <a:defRPr sz="2100"/>
            </a:pPr>
            <a:r>
              <a:t>POST /api/tts — generates speech from text, language and voice.</a:t>
            </a:r>
          </a:p>
          <a:p>
            <a:pPr>
              <a:spcAft>
                <a:spcPts val="1200"/>
              </a:spcAft>
              <a:defRPr sz="2100"/>
            </a:pPr>
            <a:r>
              <a:t>GET /api/audio/{fileName} — returns generated MP3 audio.</a:t>
            </a:r>
          </a:p>
          <a:p>
            <a:pPr>
              <a:spcAft>
                <a:spcPts val="1200"/>
              </a:spcAft>
              <a:defRPr sz="2100"/>
            </a:pPr>
            <a:r>
              <a:t>Postman was used to test the deployed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the four REST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Validation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Empty text is rejected.</a:t>
            </a:r>
          </a:p>
          <a:p>
            <a:pPr>
              <a:spcAft>
                <a:spcPts val="1200"/>
              </a:spcAft>
              <a:defRPr sz="2100"/>
            </a:pPr>
            <a:r>
              <a:t>Text length is limited to 5,000 characters.</a:t>
            </a:r>
          </a:p>
          <a:p>
            <a:pPr>
              <a:spcAft>
                <a:spcPts val="1200"/>
              </a:spcAft>
              <a:defRPr sz="2100"/>
            </a:pPr>
            <a:r>
              <a:t>Invalid input is handled by the backend validation layer.</a:t>
            </a:r>
          </a:p>
          <a:p>
            <a:pPr>
              <a:spcAft>
                <a:spcPts val="1200"/>
              </a:spcAft>
              <a:defRPr sz="2100"/>
            </a:pPr>
            <a:r>
              <a:t>Speech-generation and backend failures are handled.</a:t>
            </a:r>
          </a:p>
          <a:p>
            <a:pPr>
              <a:spcAft>
                <a:spcPts val="1200"/>
              </a:spcAft>
              <a:defRPr sz="2100"/>
            </a:pPr>
            <a:r>
              <a:t>The frontend displays useful validation/error messages to the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Mention validation and error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Backend health API tested successfully.</a:t>
            </a:r>
          </a:p>
          <a:p>
            <a:pPr>
              <a:spcAft>
                <a:spcPts val="1200"/>
              </a:spcAft>
              <a:defRPr sz="2100"/>
            </a:pPr>
            <a:r>
              <a:t>Supported voices API tested successfully.</a:t>
            </a:r>
          </a:p>
          <a:p>
            <a:pPr>
              <a:spcAft>
                <a:spcPts val="1200"/>
              </a:spcAft>
              <a:defRPr sz="2100"/>
            </a:pPr>
            <a:r>
              <a:t>Speech generation API tested successfully.</a:t>
            </a:r>
          </a:p>
          <a:p>
            <a:pPr>
              <a:spcAft>
                <a:spcPts val="1200"/>
              </a:spcAft>
              <a:defRPr sz="2100"/>
            </a:pPr>
            <a:r>
              <a:t>Generated MP3 audio tested successfully.</a:t>
            </a:r>
          </a:p>
          <a:p>
            <a:pPr>
              <a:spcAft>
                <a:spcPts val="1200"/>
              </a:spcAft>
              <a:defRPr sz="2100"/>
            </a:pPr>
            <a:r>
              <a:t>Audio playback and download tested.</a:t>
            </a:r>
          </a:p>
          <a:p>
            <a:pPr>
              <a:spcAft>
                <a:spcPts val="1200"/>
              </a:spcAft>
              <a:defRPr sz="2100"/>
            </a:pPr>
            <a:r>
              <a:t>All seven supported languages were tested.</a:t>
            </a:r>
          </a:p>
          <a:p>
            <a:pPr>
              <a:spcAft>
                <a:spcPts val="1200"/>
              </a:spcAft>
              <a:defRPr sz="2100"/>
            </a:pPr>
            <a:r>
              <a:t>Male and female voice options were tested.</a:t>
            </a:r>
          </a:p>
          <a:p>
            <a:pPr>
              <a:spcAft>
                <a:spcPts val="1200"/>
              </a:spcAft>
              <a:defRPr sz="2100"/>
            </a:pPr>
            <a:r>
              <a:t>Frontend-backend communication was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Mention the tests you performed.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Frontend and backend are deployed as separate services on Render.</a:t>
            </a:r>
          </a:p>
          <a:p>
            <a:pPr>
              <a:spcAft>
                <a:spcPts val="1200"/>
              </a:spcAft>
              <a:defRPr sz="2100"/>
            </a:pPr>
            <a:r>
              <a:t>Backend is containerized using Docker.</a:t>
            </a:r>
          </a:p>
          <a:p>
            <a:pPr>
              <a:spcAft>
                <a:spcPts val="1200"/>
              </a:spcAft>
              <a:defRPr sz="2100"/>
            </a:pPr>
            <a:r>
              <a:t>Frontend: https://text-to-speach-1-c3tx.onrender.com</a:t>
            </a:r>
          </a:p>
          <a:p>
            <a:pPr>
              <a:spcAft>
                <a:spcPts val="1200"/>
              </a:spcAft>
              <a:defRPr sz="2100"/>
            </a:pPr>
            <a:r>
              <a:t>Backend: https://text-to-speach-y6om.onrender.com</a:t>
            </a:r>
          </a:p>
          <a:p>
            <a:pPr>
              <a:spcAft>
                <a:spcPts val="1200"/>
              </a:spcAft>
              <a:defRPr sz="2100"/>
            </a:pPr>
            <a:r>
              <a:t>The deployed application was tested successfully.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Explain that frontend and backend are deployed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text-to-speech/</a:t>
            </a:r>
          </a:p>
          <a:p>
            <a:pPr>
              <a:spcAft>
                <a:spcPts val="1200"/>
              </a:spcAft>
              <a:defRPr sz="2100"/>
            </a:pPr>
            <a:r>
              <a:t>├── frontend/ — React application</a:t>
            </a:r>
          </a:p>
          <a:p>
            <a:pPr>
              <a:spcAft>
                <a:spcPts val="1200"/>
              </a:spcAft>
              <a:defRPr sz="2100"/>
            </a:pPr>
            <a:r>
              <a:t>├── backend/ — Spring Boot application</a:t>
            </a:r>
          </a:p>
          <a:p>
            <a:pPr>
              <a:spcAft>
                <a:spcPts val="1200"/>
              </a:spcAft>
              <a:defRPr sz="2100"/>
            </a:pPr>
            <a:r>
              <a:t>├── backend/tts.py — Edge TTS integration</a:t>
            </a:r>
          </a:p>
          <a:p>
            <a:pPr>
              <a:spcAft>
                <a:spcPts val="1200"/>
              </a:spcAft>
              <a:defRPr sz="2100"/>
            </a:pPr>
            <a:r>
              <a:t>├── .gitignore</a:t>
            </a:r>
          </a:p>
          <a:p>
            <a:pPr>
              <a:spcAft>
                <a:spcPts val="1200"/>
              </a:spcAft>
              <a:defRPr sz="2100"/>
            </a:pPr>
            <a:r>
              <a:t>├── README.md</a:t>
            </a:r>
          </a:p>
          <a:p>
            <a:pPr>
              <a:spcAft>
                <a:spcPts val="1200"/>
              </a:spcAft>
              <a:defRPr sz="2100"/>
            </a:pPr>
            <a:r>
              <a:t>└── Postman API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Briefly explain the folder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User authentication and accounts.</a:t>
            </a:r>
          </a:p>
          <a:p>
            <a:pPr>
              <a:spcAft>
                <a:spcPts val="1200"/>
              </a:spcAft>
              <a:defRPr sz="2100"/>
            </a:pPr>
            <a:r>
              <a:t>Speech history and favorite voices.</a:t>
            </a:r>
          </a:p>
          <a:p>
            <a:pPr>
              <a:spcAft>
                <a:spcPts val="1200"/>
              </a:spcAft>
              <a:defRPr sz="2100"/>
            </a:pPr>
            <a:r>
              <a:t>More languages and voices.</a:t>
            </a:r>
          </a:p>
          <a:p>
            <a:pPr>
              <a:spcAft>
                <a:spcPts val="1200"/>
              </a:spcAft>
              <a:defRPr sz="2100"/>
            </a:pPr>
            <a:r>
              <a:t>PDF/DOCX text upload.</a:t>
            </a:r>
          </a:p>
          <a:p>
            <a:pPr>
              <a:spcAft>
                <a:spcPts val="1200"/>
              </a:spcAft>
              <a:defRPr sz="2100"/>
            </a:pPr>
            <a:r>
              <a:t>Cloud audio storage.</a:t>
            </a:r>
          </a:p>
          <a:p>
            <a:pPr>
              <a:spcAft>
                <a:spcPts val="1200"/>
              </a:spcAft>
              <a:defRPr sz="2100"/>
            </a:pPr>
            <a:r>
              <a:t>Usage limits and analytics.</a:t>
            </a:r>
          </a:p>
          <a:p>
            <a:pPr>
              <a:spcAft>
                <a:spcPts val="1200"/>
              </a:spcAft>
              <a:defRPr sz="2100"/>
            </a:pPr>
            <a:r>
              <a:t>Additional audio formats.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Mention possible improvements.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project successfully demonstrates a complete full-stack Text-to-Speech application.</a:t>
            </a:r>
          </a:p>
          <a:p>
            <a:pPr>
              <a:spcAft>
                <a:spcPts val="1200"/>
              </a:spcAft>
              <a:defRPr sz="2100"/>
            </a:pPr>
            <a:r>
              <a:t>React provides the user interface and Spring Boot provides the REST backend.</a:t>
            </a:r>
          </a:p>
          <a:p>
            <a:pPr>
              <a:spcAft>
                <a:spcPts val="1200"/>
              </a:spcAft>
              <a:defRPr sz="2100"/>
            </a:pPr>
            <a:r>
              <a:t>Python and Edge TTS handle speech generation.</a:t>
            </a:r>
          </a:p>
          <a:p>
            <a:pPr>
              <a:spcAft>
                <a:spcPts val="1200"/>
              </a:spcAft>
              <a:defRPr sz="2100"/>
            </a:pPr>
            <a:r>
              <a:t>The application has been tested and deployed successfully.</a:t>
            </a:r>
          </a:p>
          <a:p>
            <a:pPr>
              <a:spcAft>
                <a:spcPts val="1200"/>
              </a:spcAft>
              <a:defRPr sz="2100"/>
            </a:pPr>
            <a:r>
              <a:t>The project helped demonstrate practical skills in Java, REST APIs, frontend development, testing, Git and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Presentation cue: Conclude with what you learned from the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